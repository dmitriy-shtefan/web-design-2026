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3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197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F96167">
              <a:alpha val="25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272888" y="1051560"/>
            <a:ext cx="1645920" cy="1645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ico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936" y="1435608"/>
            <a:ext cx="877824" cy="877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8036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ШІ вирішує, що ми бачимо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88620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Алгоритми аналізують наші дії й обирають, що показати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534924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про рекомендаційні системи та персональну стрічку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Рекомендаційні системи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 сервісів підбирають контент під конкретну людину. Ось де це відбувається: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EDEFF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805940" y="237744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icon_str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458" y="26389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566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Стрічка відео, музики та новин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вирішує, що показати тобі першим, а що — пізніше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EDEFF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5600700" y="237744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218" y="263895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566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Пошукова видача та реклама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результатів і рекламні пропозиції теж можуть бути підібрані під тебе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EDEFF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9395460" y="237744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icon_fin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978" y="263895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566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персональна стрічка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Добірка контенту, сформована саме для тебе на основі твоїх дій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ШІ вирішує, що ми бачимо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Дані, на яких працює рекомендація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Щоб щось порекомендувати, алгоритм аналізує: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EDEFF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805940" y="237744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icon_poi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458" y="263895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566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Дії користувача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Перегляди, вподобання та час перегляду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EDEFF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5600700" y="237744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218" y="263895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566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Дані про схожих користувачів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обирають люди, чиї інтереси схожі на твої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EDEFF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9395460" y="237744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icon_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978" y="263895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566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Передбачення наступної дії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ти, найімовірніше, захочеш переглянути далі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ШІ вирішує, що ми бачимо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різні люди бачать різний контент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3383280"/>
          </a:xfrm>
          <a:prstGeom prst="roundRect">
            <a:avLst>
              <a:gd name="adj" fmla="val 4324"/>
            </a:avLst>
          </a:prstGeom>
          <a:solidFill>
            <a:srgbClr val="EDEFF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2674620" y="1874520"/>
            <a:ext cx="1097280" cy="10972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icon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913" y="215981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108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користувач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0120" y="40233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 дивиться відео про спорт — тож стрічка пропонує ще більше спортивного контенту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91072" y="1508760"/>
            <a:ext cx="5349240" cy="3383280"/>
          </a:xfrm>
          <a:prstGeom prst="roundRect">
            <a:avLst>
              <a:gd name="adj" fmla="val 4324"/>
            </a:avLst>
          </a:prstGeom>
          <a:solidFill>
            <a:srgbClr val="EDEFF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8417052" y="1874520"/>
            <a:ext cx="1097280" cy="10972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icon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345" y="2159813"/>
            <a:ext cx="526694" cy="526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65392" y="3108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Інший користувач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702552" y="40233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Частіше слухає музику й дивиться відео про творчість — і бачить зовсім іншу добірку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FF7D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0"/>
          <p:cNvSpPr/>
          <p:nvPr/>
        </p:nvSpPr>
        <p:spPr>
          <a:xfrm>
            <a:off x="86868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Висновок: </a:t>
            </a:r>
            <a:r>
              <a:rPr lang="en-US" sz="1400" dirty="0">
                <a:solidFill>
                  <a:srgbClr val="7A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і той самий, а стрічки різні — бо різні дії кожної людини.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ШІ вирішує, що ми бачимо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Звуження кола тем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206240" cy="4206240"/>
          </a:xfrm>
          <a:prstGeom prst="roundRect">
            <a:avLst>
              <a:gd name="adj" fmla="val 3913"/>
            </a:avLst>
          </a:prstGeom>
          <a:solidFill>
            <a:srgbClr val="EDEFF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1920240" y="2331720"/>
            <a:ext cx="1463040" cy="14630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icon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6974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Дедалі менше різного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Стрічка стає схожою сама на себе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20640" y="173736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алгоритм постійно пропонує те, що схоже на переглянуте раніше, коло тем у стрічці поступово звужується.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120640" y="3566160"/>
            <a:ext cx="6492240" cy="2011680"/>
          </a:xfrm>
          <a:prstGeom prst="roundRect">
            <a:avLst>
              <a:gd name="adj" fmla="val 6818"/>
            </a:avLst>
          </a:prstGeom>
          <a:solidFill>
            <a:srgbClr val="FFF7D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5440680" y="37947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це означає для нас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40680" y="429768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можемо побачити менше нових ідей і думок, хоча тем у світі набагато більше, ніж показує стрічка.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ШІ вирішує, що ми бачимо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Контент, який утримує увагу, і контент, який корисний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3383280"/>
          </a:xfrm>
          <a:prstGeom prst="roundRect">
            <a:avLst>
              <a:gd name="adj" fmla="val 4324"/>
            </a:avLst>
          </a:prstGeom>
          <a:solidFill>
            <a:srgbClr val="EDEFF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2674620" y="1874520"/>
            <a:ext cx="1097280" cy="10972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icon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913" y="215981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108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Утримує увагу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0120" y="40233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Яскравий, швидкий, емоційний контент, від якого важко відірватися й хочеться дивитися ще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91072" y="1508760"/>
            <a:ext cx="5349240" cy="3383280"/>
          </a:xfrm>
          <a:prstGeom prst="roundRect">
            <a:avLst>
              <a:gd name="adj" fmla="val 4324"/>
            </a:avLst>
          </a:prstGeom>
          <a:solidFill>
            <a:srgbClr val="EDEFF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6"/>
          <p:cNvSpPr/>
          <p:nvPr/>
        </p:nvSpPr>
        <p:spPr>
          <a:xfrm>
            <a:off x="8417052" y="1874520"/>
            <a:ext cx="1097280" cy="109728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icon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345" y="2159813"/>
            <a:ext cx="526694" cy="5266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65392" y="3108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Корисний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702552" y="40233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що допомагає навчитися, дізнатися нове або зробити щось потрібне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FFF7D9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0"/>
          <p:cNvSpPr/>
          <p:nvPr/>
        </p:nvSpPr>
        <p:spPr>
          <a:xfrm>
            <a:off x="86868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Пам’ятай: </a:t>
            </a:r>
            <a:r>
              <a:rPr lang="en-US" sz="1400" dirty="0">
                <a:solidFill>
                  <a:srgbClr val="7A5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 два види контенту не завжди збігаються — запитуй себе, що з цього ти зараз дивишся.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ШІ вирішує, що ми бачимо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Керування власною стрічкою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Стрічку можна змінювати — ти не лише глядач: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6576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674620" y="2240280"/>
            <a:ext cx="1097280" cy="10972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icon_thu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913" y="252557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747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Дії, які змінюють рекомендації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43891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що ти вподобуєш, пропускаєш, ховаєш чи довго дивишся, впливає на подальші пропозиції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91072" y="1874520"/>
            <a:ext cx="5349240" cy="3657600"/>
          </a:xfrm>
          <a:prstGeom prst="roundRect">
            <a:avLst>
              <a:gd name="adj" fmla="val 4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8417052" y="2240280"/>
            <a:ext cx="1097280" cy="109728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icon_c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345" y="252557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65392" y="34747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Налаштування та історія переглядів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02552" y="43891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50" dirty="0">
                <a:solidFill>
                  <a:srgbClr val="E3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налаштуваннях сервісу можна переглянути історію й змінити, як підбираються рекомендації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ШІ вирішує, що ми бачимо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F96167">
              <a:alpha val="25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364328" y="1188720"/>
            <a:ext cx="1463040" cy="146304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icon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800" y="153619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97180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думка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347472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Стрічка — це результат наших дій, і ми можемо на неї впливати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371600" y="530352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9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427</Words>
  <Application>Microsoft Macintosh PowerPoint</Application>
  <PresentationFormat>Widescreen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Дмитро Штефан</cp:lastModifiedBy>
  <cp:revision>1</cp:revision>
  <dcterms:created xsi:type="dcterms:W3CDTF">2026-09-28T13:35:54Z</dcterms:created>
  <dcterms:modified xsi:type="dcterms:W3CDTF">2026-09-28T19:15:52Z</dcterms:modified>
</cp:coreProperties>
</file>